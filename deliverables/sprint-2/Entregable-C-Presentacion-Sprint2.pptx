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3864"/>
                </a:solidFill>
              </a:defRPr>
            </a:pPr>
            <a:r>
              <a:t>Proyecto RiTech SAS: Marketplace + Trazabilidad café/cacao a la 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Entrega Sprint 2 — Sustentación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Calidad de Software · equipo Las instancias Team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30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 El proyecto: problema y solución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 Estado actual de la aplicación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 Arquitectura técnica (stack)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 Vistas UML 4+1: contexto, funcional, lógica, desarrollo y despliegue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 Items implementados en septiembre y responsables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 Épicas, historias y roadmap de sprints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 Demostración del prototipo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 Próximos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El proyecto: problema y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Productores de café y cacao de Nariño (Colombia) con difícil acceso a compradores de la Unión Europea.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Intermediarios tradicionales caros y poca trazabilidad frente a la normativa EUDR (no deforestación).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Solución: marketplace que conecta productor y comprador, con certificación de origen y trazabilidad.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Comisión baja del 1% con valor mínimo; sin inventario (somos intermediarios digitales).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Flujo: registro de finca y certificados → publicación de lote (≥100 kg) → negociación → transacción inmutable → escrow → verificación de calidad → tracker.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Estado actual de la 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Sprint 1 (Usuarios y seguridad): completado — registro/login por roles, verificación de identidad, privacidad y bloqueo por fraude.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Sprint 2 (Fincas y trazabilidad EUDR): en progreso — registro geolocalizado de fincas, certificados, estado EUDR y perfil del vendedor.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Arquitectura y modelo de datos definidos (PostgreSQL + PostGIS).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Plan de pruebas con 39 casos de prueba por módulo.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Prototipo funcional en construcción por módulos, con aprobación del stakeholder por pantallazos.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Arquitectura técnica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Capa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Elección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FFFFFF"/>
                          </a:solidFill>
                        </a:defRPr>
                      </a:pPr>
                      <a:r>
                        <a:t>Justificación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Base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PostgreSQL + PostGIS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Geolocalización EUDR y transacciones (escrow)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Python + Django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Desarrollo rápido, ORM, autenticación y seguridad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Framework usado en plataformas del sector (Koltiva)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Documentos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Generación de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Certificados y constancias de transacción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Despliegue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404040"/>
                          </a:solidFill>
                        </a:defRPr>
                      </a:pPr>
                      <a:r>
                        <a:t>S3+CloudFront, Elastic Beanstalk, RDS, CloudWatch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Vista de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Sistema, actores y sistemas externos</a:t>
            </a:r>
          </a:p>
        </p:txBody>
      </p:sp>
      <p:pic>
        <p:nvPicPr>
          <p:cNvPr id="4" name="Picture 3" descr="01-con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781" y="1508760"/>
            <a:ext cx="835413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Vista funcional (lollipop y sockets)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Módulos, interfaces provistas y requeridas</a:t>
            </a:r>
          </a:p>
        </p:txBody>
      </p:sp>
      <p:pic>
        <p:nvPicPr>
          <p:cNvPr id="4" name="Picture 3" descr="02-fun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423" y="1508760"/>
            <a:ext cx="510284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Vista lógica (clases)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Modelo de dominio con herencia de roles</a:t>
            </a:r>
          </a:p>
        </p:txBody>
      </p:sp>
      <p:pic>
        <p:nvPicPr>
          <p:cNvPr id="4" name="Picture 3" descr="03-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307" y="1508760"/>
            <a:ext cx="66970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Vista de desarrollo (capas)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controller → service → dto → domain/repository</a:t>
            </a:r>
          </a:p>
        </p:txBody>
      </p:sp>
      <p:pic>
        <p:nvPicPr>
          <p:cNvPr id="4" name="Picture 3" descr="04-desarro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691" y="1508760"/>
            <a:ext cx="80823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Vista de despliegue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04040"/>
                </a:solidFill>
              </a:defRPr>
            </a:pPr>
            <a:r>
              <a:t>Nodos AWS y protocolos</a:t>
            </a:r>
          </a:p>
        </p:txBody>
      </p:sp>
      <p:pic>
        <p:nvPicPr>
          <p:cNvPr id="4" name="Picture 3" descr="05-desplie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167" y="1508760"/>
            <a:ext cx="744135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Items implementados en septiembre y responsables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5080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Sprint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Historia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Responsable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Registro y login de usuarios por 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Jenifer Daniela Urbano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Verificación de identidad de usuarios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Juan Camilo Lopez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Privacidad de información entre usuarios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Nicolas Alejandro Diaz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Bloqueo y baneo de usuarios por fraude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Jenifer Daniela Urbano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Registro de fincas con geolocalización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Juan Camilo Lopez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Carga de certificados de la finca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Nicolas Alejandro Diaz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Estado de cumplimiento EUDR por finca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Jenifer Daniela Urbano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Perfil del vendedor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Juan Camilo Lopez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Épicas y roadmap de sprints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Sprint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Módulo (épica)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Historias</a:t>
                      </a:r>
                    </a:p>
                  </a:txBody>
                  <a:tcPr>
                    <a:solidFill>
                      <a:srgbClr val="2C5AA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M1: Usuarios y seguridad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LIT-64 a LIT-67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M2: Fincas y trazabilidad EUDR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LIT-68 a LIT-71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M3: Marketplace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LIT-72 a LIT-75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M4: Transacciones y escrow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LIT-76 a LIT-78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M5: Calidad + M6: Logística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LIT-79 a LIT-83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Sprint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M7: Administración + despliegue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04040"/>
                          </a:solidFill>
                        </a:defRPr>
                      </a:pPr>
                      <a:r>
                        <a:t>LIT-84 a LIT-87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Demostración del prototipo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Recorrido por los módulos implementados del Sprint 1 y Sprint 2.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Registro/login por roles y control de acceso.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Registro de finca con geolocalización y carga de certificados.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Estado EUDR por finca y perfil del vendedor.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(La demostración se realiza en vivo sobre el prototipo durante la sustentación).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C5AA0"/>
                </a:solidFill>
              </a:defRPr>
            </a:pPr>
            <a: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Sprint 3: Marketplace (publicación de lotes, búsqueda/filtros, chat, transacción inmutable).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Sprint 4: Transacciones y escrow (dinero bloqueado, comisiones, disputas).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Sprint 5: Calidad + Logística (muestra, veredicto, tracker).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Sprint 6: Administración + despliegue en AWS + verificación de RNF.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•  Cierre de preguntas pendientes con el stakeholder.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